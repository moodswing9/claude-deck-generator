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9144000" cy="640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OBJECTION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Calibri"/>
              </a:rPr>
              <a:t>6 Objections.
Sharp Answers.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AI Presentation Generator  ·  For: Technical decision-makers, founders, CTOs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Every concern the room will have. Answered before they 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Principle: concede first, flip second, close with a forcing function.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411480" cy="3840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164592"/>
            <a:ext cx="356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8872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Calibri"/>
              </a:rPr>
              <a:t>"The output won't be good enough to use directly."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777240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CONCEDE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74980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"You're right. It's not finished. It's 80% done in 60 seconds."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43584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170432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The tool generates structure, argument, and speaker notes — not pixel-perfect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19072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645920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Your job shrinks from "build a deck" to "review and refine" — 4 hours becomes 20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21408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Every deck you've ever approved went through revisions — this just moves you to revision 1 instantly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42615"/>
            <a:ext cx="8229600" cy="685800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15768"/>
            <a:ext cx="7955279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"You don't judge a sous chef by the fact that they didn't plate it.
You judge them by the fact that dinner is ready and you didn't have to cook."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411480" cy="3840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164592"/>
            <a:ext cx="356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8872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Calibri"/>
              </a:rPr>
              <a:t>"Our data is confidential. What goes to the API?"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777240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THE 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74980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"Only the topic goes to Claude. Nothing else."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43584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170432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The tool sends one thing to the API: your topic sentence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19072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645920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No documents. No internal data. No files. One sentence in, structured slides 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21408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For air-gapped environments: swap the API call for a self-hosted model — the architecture is identical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42615"/>
            <a:ext cx="8229600" cy="685800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15768"/>
            <a:ext cx="7955279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"You've typed topics into Google. This is the same surface area of exposure.
The difference is Google has your entire search history."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411480" cy="3840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164592"/>
            <a:ext cx="356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8872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Calibri"/>
              </a:rPr>
              <a:t>"We already have Canva, Google Slides, and templates."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777240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THE DISTINCTION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74980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"Those tools solve the wrong problem."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43584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170432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Templates give you empty boxes — you still write every word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19072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645920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Canva makes formatting faster — the content problem remains untouched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21408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Google Slides is a canvas — this is a co-writer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42615"/>
            <a:ext cx="8229600" cy="1060704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15768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"Canva addresses the tool. This addresses the task.
The task is: what do I say, in what order, and why does it matter?
Canva never touches that. Neither does Slides. Neither does PowerPoint.
This does."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411480" cy="3840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164592"/>
            <a:ext cx="356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8872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Calibri"/>
              </a:rPr>
              <a:t>"We'd be too dependent on Anthropic. What if costs spike?"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777240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THE REFRAME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74980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"You're already dependent on infrastructure you don't own."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43584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170432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Your slides are in Google Drive — dependent on Google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19072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645920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Your video calls run on AWS — dependent on Amazon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21408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Your email runs on Microsoft — dependent on Microsoft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0048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596896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Claude API uptime: 99.9%. Cost per presentation: under $0.05 at current pricing.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18104"/>
            <a:ext cx="8229600" cy="859536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191256"/>
            <a:ext cx="79552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"The question isn't whether to depend on infrastructure.
The question is whether the dependency is worth the return.
At $0.05 a deck, the math is not complicated."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411480" cy="3840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164592"/>
            <a:ext cx="356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8872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Calibri"/>
              </a:rPr>
              <a:t>"Our presentations require specialized knowledge AI can't replicate."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777240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THE FLIP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74980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"Then you give it the knowledge. It handles everything else."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43584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170432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Use --slides to feed your own JSON — your data, your structure, your domain expertise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19072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645920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The tool generates the frame; your team fills the substance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21408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Claude was trained on a broad corpus of business writing, frameworks, and case studies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42615"/>
            <a:ext cx="8229600" cy="859536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15768"/>
            <a:ext cx="79552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"You don't ask a consultant to know your business on day one.
You brief them. They build the deck.
This is the same relationship — without the invoice."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411480" cy="3840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164592"/>
            <a:ext cx="356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8872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Calibri"/>
              </a:rPr>
              <a:t>"It won't match our brand guidelines."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777240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THE CLOSE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74980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"10 lines of Python. Your brand is in."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43584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170432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Themes are a dictionary in the source code — colors, fonts, layout in one place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19072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645920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Adding a custom theme takes under 10 minutes and is immediately available via --theme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731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21408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The HTML output uses CSS custom properties — any designer can extend it without touching Python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42615"/>
            <a:ext cx="8229600" cy="859536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15768"/>
            <a:ext cx="79552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"The question isn't whether this can match your brand.
The question is whether you want it to.
If yes, it's a Friday afternoon project."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Calibri"/>
              </a:rPr>
              <a:t>THE OBJECTION MASTER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Calibri"/>
              </a:rPr>
              <a:t>Use this if someone raises a concern not covered above.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3291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79552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Calibri"/>
              </a:rPr>
              <a:t>"That's a real concern. Here's how I'd think about it —"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Calibri"/>
              </a:rPr>
              <a:t>[Answer in one sentence.]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Calibri"/>
              </a:rPr>
              <a:t>"But here's what I'd ask you to hold onto: every concern you've raised is a configuration problem, not a fundamental problem. The fundamental question is whether you want to spend four hours building slides or twenty minutes reviewing them. Everything else is details."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Calibri"/>
              </a:rPr>
              <a:t>[Stop. Do not add anything.]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Calibri"/>
              </a:rPr>
              <a:t>DELIVERY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Calibri"/>
              </a:rPr>
              <a:t>The concede — flip — close 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28016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033272"/>
            <a:ext cx="1225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CONCEDE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042416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Say "You're right" or "That's a fair concern" before anything else. It disarms.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128016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21991"/>
            <a:ext cx="1225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FLIP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231136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Reframe the objection as a feature, a choice, or a non-issue with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46120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128016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410712"/>
            <a:ext cx="1225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CLOSE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419856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End every objection slide with a forcing function. Not a summary. A question or a consequence.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0740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Calibri"/>
              </a:rPr>
              <a:t>The one rule: Never argue. Concede, reframe, close. The audience came to be convinced, not defeated.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