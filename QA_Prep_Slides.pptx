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9144000" cy="7315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Calibri"/>
              </a:rPr>
              <a:t>Q&amp;A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Calibri"/>
              </a:rPr>
              <a:t>10 Hardest Questions.
Sharp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AI Presentation Generator  ·  For: Technical decision-makers, founders, CTOs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Never defend. Reframe, redirect, and close.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"How is this different from just asking ChatGPT to write my slides?"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ChatGPT gives you text. You still paste it into PowerPoint, format it, and structure it.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This outputs a native .pptx — layout, speaker notes, theming — from one command.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The difference: a sous chef hands you instructions. This hands you dinner.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"What happens when the AI gets the content wrong?"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The same thing that happens when a junior analyst gets it wrong — you catch it in review.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Except you're reviewing a 60-second first draft, not a four-hour one.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Your attention shifts from building slides to catching errors. That's the right job.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"We're regulated. Can we send our topics to an external API?"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What goes to the API is one sentence: your topic. Not your data. Not your documents.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'Q3 board update' is the level of sensitivity we're talking about.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For air-gapped environments: swap the endpoint to a self-hosted model. One-line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"What's the quality ceiling? Can I actually send this to a client?"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I'll answer that with a question: what's the quality ceiling of a first draft from your best analyst?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That analyst still needs your feedback, your edits, your judgment. So does this.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What the tool produces is a structured argument — the 80% that doesn't require you. You spend your time on the 20% that does. You're still the author.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"What about complex, multi-stakeholder presentations?"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Two options.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One: use the tool for structure-heavy, low-judgment sections — agenda, context, appendix.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Two: use --slides to feed your own JSON. Your data, your sections. It handles layout and notes.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You're the architect. It's the builder.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"What does this cost at scale for a team of 50?"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Approximately $0.03–$0.05 per presentation at current API pricing.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For 50 people, one deck per day: under $1,000 a year.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Compare that to what you're currently spending on that output in senior labor.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The math takes thirty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"Could a competitor clone this in a weekend?"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Let me separate two questions asked as one.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Can someone clone the code? Yes, in a weekend. That's happened. We know.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Can someone clone the outcome? No. The slide schema, prompt architecture, speaker note logic — those took iteration. You can copy the output. You can't copy the iteration.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The real moat is workflow. The moment a team's first draft is always a generated draft, switching cost compounds. Google Slides is 15 years old. PowerPoint is 40. Neither generates the first draft. That's the gap.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"Why would I trust AI to represent my thinking in a boardroom?"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You wouldn't — and you shouldn't. The tool doesn't ask you to.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It generates a frame. You fill it with your thinking.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The question is whether you'd rather start from a blank page or a structured draft.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Nobody trusts a blank page. You trust your ability to improve on a draft.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"What if Anthropic changes pricing or discontinues the API?"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The tool makes one API call, abstracted behind a single function: generate_content().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Swapping the model is a one-line change. OpenAI, Gemini, self-hosted Llama — all compatible.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You're not locked into Anthropic. You're locked into a function signature.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That's a meaningful distinction.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457200" cy="4114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182880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F4444"/>
                </a:solidFill>
                <a:latin typeface="Calibri"/>
              </a:rPr>
              <a:t>"Why is this open source? What's the business model?"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15568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Three honest answers, depending on who's asking.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Developer evaluating whether to build on this: free and open source. Cost of a presentation is three cents in API calls.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Company evaluating adoption at scale: roughly $500–$1,000/year for a team of 50. No license fee. No per-seat pricing.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>
                <a:solidFill>
                  <a:srgbClr val="F1F5F9"/>
                </a:solidFill>
                <a:latin typeface="Calibri"/>
              </a:rPr>
              <a:t>If you're asking whether this becomes a business: yes. Open-source core stays free. Revenue comes from the layer above — hosted version, team management, brand theme marketplace, enterprise SSO. The pattern is Hashicorp, Grafana, GitLab. Give the engine away. Sell the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3 BRIDGING PHRASES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1F5F9"/>
                </a:solidFill>
                <a:latin typeface="Calibri"/>
              </a:rPr>
              <a:t>When the room tries to derail the narrative.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Calibri"/>
              </a:rPr>
              <a:t>Bridge 1 — The Reframe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Use when: a question attacks a specific limitation or edge case.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55648"/>
            <a:ext cx="8229600" cy="475488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7955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"That's exactly the right constraint to put on it —
and here's how I'd think about it in that context..."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Calibri"/>
              </a:rPr>
              <a:t>Bridge 2 — The Acknowledge-and-Advance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157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Use when: the concern is legitimate and you don't have a perfect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90088"/>
            <a:ext cx="8229600" cy="475488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7955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"Fair point — and I won't pretend it's fully solved.
What I will tell you is that the trade-off looks like this..."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A5E9"/>
                </a:solidFill>
                <a:latin typeface="Calibri"/>
              </a:rPr>
              <a:t>Bridge 3 — The 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Use when: the question is pulling the room into a rabbit hole.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24528"/>
            <a:ext cx="8229600" cy="475488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51960"/>
            <a:ext cx="7955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F5F9"/>
                </a:solidFill>
                <a:latin typeface="Calibri"/>
              </a:rPr>
              <a:t>"I want to come back to that — but let me anchor it
to the core question first, because I think it changes the answer..."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THE GOLDEN RULE OF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Calibri"/>
              </a:rPr>
              <a:t>Never answer the question they asked.
Answer the question they meant.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48840"/>
            <a:ext cx="8229600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Calibri"/>
              </a:rPr>
              <a:t>Every hostile question has a fear underneath it.
Find the fear. Address it directly. Close toward your narrative.
The presenter who wins Q&amp;A isn't the one with the best answers.
It's the one who stays on offense while the room thinks they're playing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