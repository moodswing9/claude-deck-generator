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audience and set the stage. Emphasize the core value proposition: what used to take hours now takes seconds. This is not just a productivity tool — it's a paradigm shift in business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 briefly so the audience knows what to expect. Highlight that we'll cover both the product capabilities and the business case behind the technology.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build empathy. Everyone in the room has experienced the pain of building a deck under time pressure. Reference industry studies — McKinsey estimates knowledge workers spend 20% of their time searching for and creating internal information. The real cost is not just time, but the quality of communication that suffers.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product slide. Emphasize the speed and quality balance. The AI doesn't just dump text onto slides — it understands narrative structure, visual hierarchy, and audience context. Mention that users retain full control to edit, rearrange, and personalize every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deeper on features here. The brand compliance engine is a major differentiator for enterprise clients — it ensures every deck that leaves the organization is on-brand. The multi-language capability opens up global teams. Data visualization is a crowd-pleaser: paste in a table and get a beautiful chart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the product within the broader market. Emphasize that existing tools are design-assistive, not content-generative. We are creating a new category. Share early traction metrics and customer testimonials if available. Investors and stakeholders care about TAM and defensibility — address both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any enterprise buyer, security and compliance are table stakes. Walk through each certification and integration point confidently. Mention that no customer data is used to train models — this is a critical concern for many organizations. Private deployment options remove the last objection for highly regulated sectors like finance and healthcare.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Paint an exciting picture of where the product is headed. The voice-to-deck feature always generates excitement. Audience analytics represents a major leap — imagine knowing which slides resonate and which lose attention. Position the long-term vision as transformative: we're not building a slide tool, we're building an intelligent communication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confidence and a clear call to action. Reiterate the core value proposition and leave the audience with a compelling challenge. Invite them to experience the product firsthand. Transition smoothly into Q&amp;A or next steps depending on the context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brief and action-oriented. Have QR codes ready for easy demo sign-up. If presenting to investors, pivot to specific ask and terms. If presenting to potential customers, offer the pilot program as a low-risk entry point. Thank the audience for their time and open up for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F5F9"/>
                </a:solidFill>
                <a:latin typeface="Calibri"/>
              </a:rPr>
              <a:t>AI Presentation Generator — From Topic to Boardroom Deck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Calibri"/>
              </a:rPr>
              <a:t>AI-Generated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AI Presentation Generator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From Topic to Boardroom Deck in 60 Seconds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Transforming how professionals create, design, and deliver presentations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Powered by advanced generative AI and intelligent content structuring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Faster. Smarter. More impactful.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The Problem: Why presentations are a hidden productivity drain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The Solution: How AI-powered generation works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Key Features &amp; Capabilities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Live Workflow Demonstration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Market Opportunity &amp; Competitive Landscape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Security, Compliance &amp; Enterprise Readiness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Roadmap &amp; Vision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The Problem: A Hidden Productivity Drain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Professionals spend 4–8 hours per week building presentations manually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80% of that time is spent on formatting, not strategic thinking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Inconsistent branding and messaging across teams and departments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Last-minute decks lead to subpar communication and missed opportunities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$billions lost annually in executive and knowledge-worker productivity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The Solution: AI-Powered Presentation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Input any topic, brief, or document — receive a polished deck in under 60 seconds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Advanced NLP extracts key themes, structures narratives, and generates content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Intelligent design engine applies professional layouts and brand guidelines automatically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Supports multiple output formats: PowerPoint, Google Slides, PDF, and Keynote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Human-in-the-loop editing for full creative control and customization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Key Features &amp;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Smart Content Structuring: Automatically organizes ideas into logical story arcs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Brand Compliance Engine: Enforces fonts, colors, logos, and tone of voice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Multi-Language Support: Generate decks in 30+ languages instantly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Data Visualization: Transforms raw data into charts, graphs, and infographics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Template Library: 500+ industry-specific templates for every use 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Market Opportunity &amp; Competitive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Global presentation software market projected to reach $15B+ by 2028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Current tools (PowerPoint, Keynote, Canva) assist design but don't generate content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AI-native approach creates a new category: intelligent content generation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Early traction: 10,000+ enterprise users, 95% time reduction reported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First-mover advantage in AI-to-boardroom pipeline with proprietary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Enterprise-Ready: Security, Compliance &amp;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SOC 2 Type II certified with end-to-end encryption at rest and in transit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SSO integration with Okta, Azure AD, and Google Workspace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Private cloud deployment options for regulated industries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GDPR, HIPAA, and CCPA compliant data handling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Seamless API integration with existing enterprise tech stacks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Product Roadmap &amp; Future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Q3 2025: Real-time collaboration and co-editing with AI assistant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Q4 2025: Voice-to-deck — narrate your ideas and watch them become slides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2026: Audience analytics — AI suggests content adjustments based on viewer engagement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2026: Full meeting workflow — from agenda to deck to follow-up in one platform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Long-term vision: AI becomes your strategic communication partner, not just a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Conclusion: The Future of Presentations Is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60 seconds from topic to polished, boardroom-ready deck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Reclaim hours of productivity every week for strategic work that matters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Enterprise-grade security with consumer-grade simplicity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Already trusted by thousands of professionals worldwide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The question isn't whether AI will transform presentations — it's whether you'll lead or follow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Thank You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Request a personalized demo at ai-presenter.demo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Pilot program available for enterprise teams of 50+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Contact: partnerships@aipresenter.ai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Follow us for product updates and AI insights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We'd love to answer your questions — let's open the floor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