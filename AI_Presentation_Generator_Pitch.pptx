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the audience and set the stage. Emphasize the core value proposition: eliminating the hours spent building presentations so professionals can focus on delivering their message. Mention that this technology is already reshaping workflows across industries.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audience through the structure of the presentation. Let them know you'll cover the pain point, the solution, proof points, and where the product is headed. Keep energy high — this is a fast-moving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 the audience in the pain. Use the statistics to create urgency. Highlight that this isn't just an inconvenience — it's a measurable drag on organizational performance. The gap between having an idea and presenting it professionally is far too wide.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moment — if possible, show a live or recorded walkthrough here. Emphasize simplicity of input vs. sophistication of output. The AI handles content strategy, visual hierarchy, and narrative flow simultaneously. Mention supported export formats: PPTX, PDF, Google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 dive into what makes this product exceptional. Stress that the AI doesn't just fill in templates — it reasons about narrative structure, audience expectations, and information hierarchy. The speaker notes are a hidden gem that many users love for preparation and rehearsal.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concrete examples to make the value tangible. If you have customer testimonials or case studies, reference them here. The ROI story is powerful — time saved translates directly to revenue-generating activities. Emphasize that quality improves alongside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against competitors without naming them directly unless appropriate for the audience. The key differentiator is the fusion of content intelligence and design intelligence in a single pipeline. Most alternatives solve only half the problem. Mention the network effect — the platform gets smarter with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Paint the picture of where this is going. The product today solves creation — the roadmap extends into collaboration, delivery, and impact measurement. This positions the tool as a comprehensive presentation lifecycle platform, not just a generator. Invite the audience to imagine a world where AI handles the busywork of communication.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especially important for investor or executive audiences. Tie the product to macro trends: AI adoption, remote work, and the premium on clear communication. Emphasize that timing is critical and the product is positioned at the intersection of multiple tailwinds.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with energy and a clear call to action. Reiterate the core promise: professional presentations in 60 seconds. Make it easy for the audience to take the next step — whether that's a demo, a trial, or a conversation. Close with the tagline to leave a memorable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9144000" cy="10972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F5F9"/>
                </a:solidFill>
                <a:latin typeface="Calibri"/>
              </a:rPr>
              <a:t>AI Presentation Generator — Type a Topic, Get a Boardroom-Ready Deck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4A3B8"/>
                </a:solidFill>
                <a:latin typeface="Calibri"/>
              </a:rPr>
              <a:t>AI-Generated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AI Presentation Generator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Type a Topic. Get a Boardroom-Ready Deck in 60 Seconds.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Powered by Advanced Large Language Models &amp; Intelligent Design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Transforming how professionals communicate ideas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From concept to compelling narrative — instantly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The Presentation Problem — Why current workflows are broken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How It Works — The 60-second magic explained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Core Features &amp; Capabilities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Real-World Use Cases &amp; ROI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Competitive Landscape &amp; Differentiation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Product Roadmap &amp; Vision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Call to Action &amp; Next Steps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The Presentation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Professionals spend 4–8 hours per week building slide decks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Design inconsistency undermines credibility and brand trust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Content structuring is a cognitive bottleneck for most teams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68% of executives say they receive poorly structured presentations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The cost: billions in lost productivity across global enterprises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How It Works — 60 Seconds to Brilliance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Step 1: Enter your topic, audience, and desired tone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Step 2: AI generates structured content with speaker notes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Step 3: Intelligent design engine applies professional layouts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Step 4: Review, customize, and export in your preferred format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One input. One minute. One polished, presentation-ready deck.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Core Features &amp;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Context-aware content generation with domain expertise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Dynamic slide structuring — adapts length and depth to your needs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Professional speaker notes generated for every slide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Brand-consistent templates and customizable design systems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Multi-format export and seamless integration with existing tools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Real-World Use Cases &amp; ROI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Sales Teams: Generate client-ready pitch decks in minutes, not days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Executives: Board meeting prep reduced from hours to seconds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Educators: Course materials and lecture decks created instantly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Startups: Investor decks that tell a compelling funding story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Measured Impact: 85% reduction in deck creation time, 3x faster turnaround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Competitive Landscape &amp; Differentiation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Template-based tools require manual content creation — we eliminate it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Generic AI tools lack presentation-specific design intelligence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Our engine understands narrative flow, not just text generation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End-to-end solution: content + design + notes in one seamless workflow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Continuously improving with every deck generated across the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Product Roadmap &amp; Vision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Q3 2025: Multi-language support covering 20+ languages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Q4 2025: Real-time collaboration and team workspace features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2026: AI-powered delivery coaching and rehearsal mode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2026: Advanced analytics — audience engagement scoring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Long-term vision: AI as your personal presentation strategist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Why Now — The Market Opportunity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Global presentation software market projected at $15B+ by 2028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Generative AI adoption is accelerating across all enterprise functions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Remote and hybrid work has increased demand for async communication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Early movers in AI-native tools are capturing outsized market share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The window to define the category is open — and closing fast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73152" cy="5486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1F5F9"/>
                </a:solidFill>
                <a:latin typeface="Calibri"/>
              </a:rPr>
              <a:t>Get Started — Your Next Great Deck Is 60 Seconds 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Try the AI Presentation Generator today — no learning curve required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Request a personalized demo for your team or organization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Early adopters receive premium features and priority onboarding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Contact us: hello@aipresentations.ai | www.aipresentations.ai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F1F5F9"/>
                </a:solidFill>
                <a:latin typeface="Calibri"/>
              </a:rPr>
              <a:t>▸  Stop building slides. Start delivering ideas.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