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1F5F9"/>
                </a:solidFill>
                <a:latin typeface="Calibri"/>
              </a:rPr>
              <a:t>You spent 4 hours on your last presentation.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1F5F9"/>
                </a:solidFill>
                <a:latin typeface="Calibri"/>
              </a:rPr>
              <a:t>You know the number.
You just haven't said it out loud.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▸  Ask the room: how long did your last important presentation take to build?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▸  Three hours? Four? Six, if it was a board deck?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▸  Now multiply that by every person in this building who builds decks.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▸  Multiply by 52 weeks.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▸  That number doesn't appear on your P&amp;L.  It should.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1F5F9"/>
                </a:solidFill>
                <a:latin typeface="Calibri"/>
              </a:rPr>
              <a:t>You already know how to fix this.
You just haven't done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700">
                <a:solidFill>
                  <a:srgbClr val="F1F5F9"/>
                </a:solidFill>
                <a:latin typeface="Calibri"/>
              </a:rPr>
              <a:t>▸  Templates don't help — you still write every word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F1F5F9"/>
                </a:solidFill>
                <a:latin typeface="Calibri"/>
              </a:rPr>
              <a:t>▸  Canva and Slides are faster tools for the same slow process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F1F5F9"/>
                </a:solidFill>
                <a:latin typeface="Calibri"/>
              </a:rPr>
              <a:t>▸  AI assistants give you a blank page with a chatbot attached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1F5F9"/>
                </a:solidFill>
                <a:latin typeface="Calibri"/>
              </a:rPr>
              <a:t>What if the presentation wrote itself?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94A3B8"/>
                </a:solidFill>
                <a:latin typeface="Calibri"/>
              </a:rPr>
              <a:t>Not assisted. Not templated. Written — from a single sentence you already know.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1F5F9"/>
                </a:solidFill>
                <a:latin typeface="Calibri"/>
              </a:rPr>
              <a:t>Watch.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7680960" cy="59436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731520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EA5E9"/>
                </a:solidFill>
                <a:latin typeface="Consolas"/>
              </a:rPr>
              <a:t>python generate.py "Your Topic" --theme corporate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No narration during generation. None.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1F5F9"/>
                </a:solidFill>
                <a:latin typeface="Calibri"/>
              </a:rPr>
              <a:t>Claude didn't fill a template. It made decisions.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700">
                <a:solidFill>
                  <a:srgbClr val="F1F5F9"/>
                </a:solidFill>
                <a:latin typeface="Calibri"/>
              </a:rPr>
              <a:t>▸  Generated narrative structure, not just bullet points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F1F5F9"/>
                </a:solidFill>
                <a:latin typeface="Calibri"/>
              </a:rPr>
              <a:t>▸  Selected what to include and what to cut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F1F5F9"/>
                </a:solidFill>
                <a:latin typeface="Calibri"/>
              </a:rPr>
              <a:t>▸  Wrote speaker notes so you know what to say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700">
                <a:solidFill>
                  <a:srgbClr val="F1F5F9"/>
                </a:solidFill>
                <a:latin typeface="Calibri"/>
              </a:rPr>
              <a:t>▸  Applied design theme in the same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1F5F9"/>
                </a:solidFill>
                <a:latin typeface="Calibri"/>
              </a:rPr>
              <a:t>Built to be trusted.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>
                <a:solidFill>
                  <a:srgbClr val="F1F5F9"/>
                </a:solidFill>
                <a:latin typeface="Calibri"/>
              </a:rPr>
              <a:t>▸  Claude Opus 4.6 with adaptive thinking — the same model used in enterprise deployments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F1F5F9"/>
                </a:solidFill>
                <a:latin typeface="Calibri"/>
              </a:rPr>
              <a:t>▸  Schema-constrained JSON output — typed, parseable, version-controllable. Same schema every run.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F1F5F9"/>
                </a:solidFill>
                <a:latin typeface="Calibri"/>
              </a:rPr>
              <a:t>▸  python-pptx rendering — native Office format, no conversion artifacts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F1F5F9"/>
                </a:solidFill>
                <a:latin typeface="Calibri"/>
              </a:rPr>
              <a:t>▸  Three themes (dark, light, corporate) — designed for real environments, not demos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1F5F9"/>
                </a:solidFill>
                <a:latin typeface="Calibri"/>
              </a:rPr>
              <a:t>Boardroom or browser — same 60 seconds.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840480" cy="329184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A5E9"/>
                </a:solidFill>
                <a:latin typeface="Calibri"/>
              </a:rPr>
              <a:t>PowerPoint (.pptx)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 Editable in Office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 Speaker notes intact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 Native formatting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 Enterprise-ready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960120"/>
            <a:ext cx="3840480" cy="329184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0515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A5E9"/>
                </a:solidFill>
                <a:latin typeface="Calibri"/>
              </a:rPr>
              <a:t>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463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 No install required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 Share a link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 Runs in any browser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 Zero 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1F5F9"/>
                </a:solidFill>
                <a:latin typeface="Calibri"/>
              </a:rPr>
              <a:t>The tool you build on, not around.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>
                <a:solidFill>
                  <a:srgbClr val="F1F5F9"/>
                </a:solidFill>
                <a:latin typeface="Calibri"/>
              </a:rPr>
              <a:t>▸  Add a theme in 10 lines of Python — your brand, your colors, available via --theme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F1F5F9"/>
                </a:solidFill>
                <a:latin typeface="Calibri"/>
              </a:rPr>
              <a:t>▸  Point --slides at any JSON file — your data, your structure, the tool handles layout and notes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F1F5F9"/>
                </a:solidFill>
                <a:latin typeface="Calibri"/>
              </a:rPr>
              <a:t>▸  Wrap it in a web form: one field, one button, your whole team has access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500">
                <a:solidFill>
                  <a:srgbClr val="F1F5F9"/>
                </a:solidFill>
                <a:latin typeface="Calibri"/>
              </a:rPr>
              <a:t>▸  Schedule it: weekly status deck generated and emailed every Monday, zero human intervention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94A3B8"/>
                </a:solidFill>
                <a:latin typeface="Calibri"/>
              </a:rPr>
              <a:t>One command. Every presentation.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7680960" cy="59436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64207"/>
            <a:ext cx="7315200" cy="3749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EA5E9"/>
                </a:solidFill>
                <a:latin typeface="Consolas"/>
              </a:rPr>
              <a:t>python generate.py "Your Topic" --theme corporate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1F5F9"/>
                </a:solidFill>
                <a:latin typeface="Calibri"/>
              </a:rPr>
              <a:t>Run it before you leave this room.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04672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7680960" cy="45720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69848"/>
            <a:ext cx="7315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EA5E9"/>
                </a:solidFill>
                <a:latin typeface="Consolas"/>
              </a:rPr>
              <a:t>pip install -r requirements.txt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27048"/>
            <a:ext cx="7680960" cy="45720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36776"/>
            <a:ext cx="7315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EA5E9"/>
                </a:solidFill>
                <a:latin typeface="Consolas"/>
              </a:rPr>
              <a:t>export ANTHROPIC_API_KEY=your-key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93976"/>
            <a:ext cx="7680960" cy="457200"/>
          </a:xfrm>
          <a:prstGeom prst="rect">
            <a:avLst/>
          </a:prstGeom>
          <a:solidFill>
            <a:srgbClr val="0A0F1E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03704"/>
            <a:ext cx="731520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EA5E9"/>
                </a:solidFill>
                <a:latin typeface="Consolas"/>
              </a:rPr>
              <a:t>python generate.py "Your next meeting"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github.com/Moodswing9/Headbanger-s-Little-Repository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