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striking market figure to establish urgency and scale. Source: Statista/Grand View Research estimates. This sets the tone that AI in healthcare is not speculative — it is an accelerating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slide to frame the narrative arc. Three major sections: clinical applications, operational transformation, and risk/governance. This gives the audience a clear mental model for what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first major section. This section covers why the current healthcare landscape demands AI — workforce shortages, diagnostic errors, and rising costs create a burning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the problem space with hard data. Each bullet represents a systemic failure that AI can meaningfully address. This builds the case that AI is not optional — it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from problem to solution. Showcase four high-impact clinical domains where AI is already delivering measurable results. Each bullet is grounded in emerging evidence from leading health systems and pharma.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thought-leader quote to humanize the narrative and counter the common fear that AI replaces clinicians. Topol is widely respected across clinical and executive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second major section. Move from clinical applications to the business and operational side — where AI drives efficiency, reduces waste, and improves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AI's breadth beyond clinical care. CFOs and COOs are key stakeholders — this slide speaks directly to margin improvement and operational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powerful number to punctuate the operational section. Source: Harvard Business Review / Accenture analysis. This anchors the business case before transitioning to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third section on governance, ethics, and adoption barriers. Essential for a balanced, credible executive presentation — acknowledge the hard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key risk categories: equity, privacy, regulation, and trust. Each requires dedicated strategy. This slide signals intellectual honesty and positions the presenter as a credible advisor, not a hype merchant.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action slide. Five concrete, prioritized recommendations for C-suite and board-level leaders. Each is actionable and sequenced from foundational (data) to strategic (partnerships).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forward-looking, decisive statement that serves as the presentation's core takeaway. Designed to inspire action while reinforcing the governance theme. Leave the audience with conviction, not just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457200" cy="237744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9144000" cy="73152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D1B2A"/>
                </a:solidFill>
                <a:latin typeface="Calibri"/>
              </a:rPr>
              <a:t>The Future of AI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657A"/>
                </a:solidFill>
                <a:latin typeface="Calibri"/>
              </a:rPr>
              <a:t>Transforming Patient Outcomes Through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5657A"/>
                </a:solidFill>
                <a:latin typeface="Calibri"/>
              </a:rPr>
              <a:t>The AI Healthcare Revolution Is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60120"/>
            <a:ext cx="1828800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B88600"/>
                </a:solidFill>
                <a:latin typeface="Calibri"/>
              </a:rPr>
              <a:t>$187B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D1B2A"/>
                </a:solidFill>
                <a:latin typeface="Calibri"/>
              </a:rPr>
              <a:t>Projected global AI in healthcare market size by 2030 — a 10x increase from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The clinical imperative: why healthcare needs AI now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Diagnostic and therapeutic breakthroughs reshaping care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Operational transformation across the value chain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Navigating risks: ethics, regulation, and trust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Strategic roadmap for health system leaders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8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5F4F0"/>
                </a:solidFill>
                <a:latin typeface="Calibri"/>
              </a:rPr>
              <a:t>The Clinical Imperative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Healthcare Is at a Breaking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Global shortage of 10M health workers by 2030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Diagnostic errors affect 12M Americans annually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Clinician burnout rates exceed 50% post-pandemic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Per-capita costs rising 4-6% year over year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AI-Powered Clinical Breakthroughs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Radiology AI detects cancers 20% earlier than humans alone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LLMs accelerate drug discovery timelines by 40-60%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Predictive models reduce hospital readmissions by 25%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Genomic AI enables truly personalized treatment plans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600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D1B2A"/>
                </a:solidFill>
                <a:latin typeface="Calibri"/>
              </a:rPr>
              <a:t>The greatest opportunity for AI in healthcare is not replacing doctors — it is giving them superhuman tools to save more lives.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57A"/>
                </a:solidFill>
                <a:latin typeface="Calibri"/>
              </a:rPr>
              <a:t>— Eric Topol, MD — Author of Deep Medicine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828800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8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5F4F0"/>
                </a:solidFill>
                <a:latin typeface="Calibri"/>
              </a:rPr>
              <a:t>Operational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AI Across the Healthcare Value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Revenue cycle automation reduces claim denials by 30%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NLP streamlines clinical documentation and coding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Supply chain AI cuts inventory waste by 20-35%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Virtual triage deflects 40% of low-acuity ED visits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5657A"/>
                </a:solidFill>
                <a:latin typeface="Calibri"/>
              </a:rPr>
              <a:t>The ROI Is Undeniable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60120"/>
            <a:ext cx="1828800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B88600"/>
                </a:solidFill>
                <a:latin typeface="Calibri"/>
              </a:rPr>
              <a:t>$360B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D1B2A"/>
                </a:solidFill>
                <a:latin typeface="Calibri"/>
              </a:rPr>
              <a:t>Estimated annual savings potential from AI adoption across U.S. healthcare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8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5F4F0"/>
                </a:solidFill>
                <a:latin typeface="Calibri"/>
              </a:rPr>
              <a:t>Navigating Risk and Building Trust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Critical Challenges to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Algorithmic bias risks widening health disparities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Data privacy regulations vary widely across jurisdictions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FDA approval frameworks lag behind AI innovation speed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Clinician trust remains the ultimate adoption bottleneck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</a:rPr>
              <a:t>Strategic Imperatives for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5212080" cy="18288"/>
          </a:xfrm>
          <a:prstGeom prst="rect">
            <a:avLst/>
          </a:prstGeom>
          <a:solidFill>
            <a:srgbClr val="E2D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Invest in AI-ready data infrastructure now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Establish cross-functional AI governance boards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Pilot narrow use cases with measurable clinical KPIs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Build clinician champions through co-design models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D1B2A"/>
                </a:solidFill>
                <a:latin typeface="Calibri"/>
              </a:rPr>
              <a:t>  Partner across ecosystem — payers, regulators, startups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2926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8600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D1B2A"/>
                </a:solidFill>
                <a:latin typeface="Calibri"/>
              </a:rPr>
              <a:t>In ten years, the organizations that thrived will not be those that feared AI — but those that governed it wisely and deployed it boldly.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57A"/>
                </a:solidFill>
                <a:latin typeface="Calibri"/>
              </a:rPr>
              <a:t>— Presentation Closing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828800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