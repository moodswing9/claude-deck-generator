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at the command. Do not speak.</a:t>
            </a:r>
          </a:p>
          <a:p>
            <a:r>
              <a:t>Hold for five seconds.</a:t>
            </a:r>
          </a:p>
          <a:p>
            <a:r>
              <a:t>Then: 'Type a topic. Hit enter. Read what comes back.'</a:t>
            </a:r>
          </a:p>
          <a:p>
            <a:r>
              <a:t>Sit down. Say nothing else. The silence is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11827"/>
                </a:solidFill>
                <a:latin typeface="Calibri"/>
              </a:rPr>
              <a:t>Every day you wait, you pay for it.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097280"/>
            <a:ext cx="80467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28016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11827"/>
                </a:solidFill>
                <a:latin typeface="Calibri"/>
              </a:rPr>
              <a:t>$[X]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0" y="137160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what one presentation costs your organization today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11827"/>
                </a:solidFill>
                <a:latin typeface="Calibri"/>
              </a:rPr>
              <a:t>60 sec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0" y="210312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what it costs with this tool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43200"/>
            <a:ext cx="3200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11827"/>
                </a:solidFill>
                <a:latin typeface="Calibri"/>
              </a:rPr>
              <a:t>[X] days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834640"/>
            <a:ext cx="5303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6B7280"/>
                </a:solidFill>
                <a:latin typeface="Calibri"/>
              </a:rPr>
              <a:t>until it pays for itself completely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520440"/>
            <a:ext cx="8046720" cy="18288"/>
          </a:xfrm>
          <a:prstGeom prst="rect">
            <a:avLst/>
          </a:prstGeom>
          <a:solidFill>
            <a:srgbClr val="E5E7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657600"/>
            <a:ext cx="8046720" cy="822960"/>
          </a:xfrm>
          <a:prstGeom prst="rect">
            <a:avLst/>
          </a:prstGeom>
          <a:solidFill>
            <a:srgbClr val="F8FAFC"/>
          </a:solidFill>
          <a:ln>
            <a:solidFill>
              <a:srgbClr val="E5E7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749039"/>
            <a:ext cx="7589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E293B"/>
                </a:solidFill>
                <a:latin typeface="Calibri"/>
              </a:rPr>
              <a:t>python generate.py "Your next meeting"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