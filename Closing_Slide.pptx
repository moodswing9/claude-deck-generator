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the command. Do not speak.</a:t>
            </a:r>
          </a:p>
          <a:p>
            <a:r>
              <a:t>Hold for five seconds.</a:t>
            </a:r>
          </a:p>
          <a:p>
            <a:r>
              <a:t>Then: 'Type a topic. Hit enter. Read what comes back.'</a:t>
            </a:r>
          </a:p>
          <a:p>
            <a:r>
              <a:t>Sit down. Say nothing else. The silence is the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11827"/>
                </a:solidFill>
                <a:latin typeface="Calibri"/>
              </a:rPr>
              <a:t>Every day you wait, you pay for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8046720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11827"/>
                </a:solidFill>
                <a:latin typeface="Calibri"/>
              </a:rPr>
              <a:t>$[X]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B7280"/>
                </a:solidFill>
                <a:latin typeface="Calibri"/>
              </a:rPr>
              <a:t>what one presentation costs your organization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11827"/>
                </a:solidFill>
                <a:latin typeface="Calibri"/>
              </a:rPr>
              <a:t>60 sec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1031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B7280"/>
                </a:solidFill>
                <a:latin typeface="Calibri"/>
              </a:rPr>
              <a:t>what it costs with this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11827"/>
                </a:solidFill>
                <a:latin typeface="Calibri"/>
              </a:rPr>
              <a:t>[X]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8346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B7280"/>
                </a:solidFill>
                <a:latin typeface="Calibri"/>
              </a:rPr>
              <a:t>until it pays for itself completely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520440"/>
            <a:ext cx="8046720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657600"/>
            <a:ext cx="8046720" cy="82296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749039"/>
            <a:ext cx="7589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293B"/>
                </a:solidFill>
                <a:latin typeface="Calibri"/>
              </a:rPr>
              <a:t>python generate.py "Your next meeting"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