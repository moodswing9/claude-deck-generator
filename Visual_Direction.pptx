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VISUAL DIRECTION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9FAFB"/>
                </a:solidFill>
                <a:latin typeface="Calibri"/>
              </a:rPr>
              <a:t>AI Presentation Generator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libri"/>
              </a:rPr>
              <a:t>A deck that follows every rule it teaches.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Dark. Restrained. Intentional.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THE MANDATE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9FAFB"/>
                </a:solidFill>
                <a:latin typeface="Calibri"/>
              </a:rPr>
              <a:t>Restraint
as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Every element that isn't there is as intentional
as every element that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COLOR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88720" cy="14630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87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AFB"/>
                </a:solidFill>
                <a:latin typeface="Consolas"/>
              </a:rPr>
              <a:t>#0A0F1E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  <a:latin typeface="Calibri"/>
              </a:rPr>
              <a:t>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Background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914400"/>
            <a:ext cx="1188720" cy="14630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487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AFB"/>
                </a:solidFill>
                <a:latin typeface="Consolas"/>
              </a:rPr>
              <a:t>#111827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  <a:latin typeface="Calibri"/>
              </a:rPr>
              <a:t>Obsidian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Surface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914400"/>
            <a:ext cx="1188720" cy="14630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87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AFB"/>
                </a:solidFill>
                <a:latin typeface="Consolas"/>
              </a:rPr>
              <a:t>#1F2937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  <a:latin typeface="Calibri"/>
              </a:rPr>
              <a:t>Slate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914400"/>
            <a:ext cx="1188720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87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EA5E9"/>
                </a:solidFill>
                <a:latin typeface="Consolas"/>
              </a:rPr>
              <a:t>#0EA5E9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  <a:latin typeface="Calibri"/>
              </a:rPr>
              <a:t>Signal 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Accent — one touch per slide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914400"/>
            <a:ext cx="1188720" cy="14630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87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AFB"/>
                </a:solidFill>
                <a:latin typeface="Consolas"/>
              </a:rPr>
              <a:t>#F9FAFB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  <a:latin typeface="Calibri"/>
              </a:rPr>
              <a:t>Snow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Body 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914400"/>
            <a:ext cx="1188720" cy="1463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487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FAFB"/>
                </a:solidFill>
                <a:latin typeface="Consolas"/>
              </a:rPr>
              <a:t>#6B7280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FAFB"/>
                </a:solidFill>
                <a:latin typeface="Calibri"/>
              </a:rPr>
              <a:t>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0632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Labels / muted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TYPOGRAPHY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Headline / Inter 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9FAFB"/>
                </a:solidFill>
                <a:latin typeface="Calibri"/>
              </a:rPr>
              <a:t>One Command.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8229600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Body / Inter 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9FAFB"/>
                </a:solidFill>
                <a:latin typeface="Calibri"/>
              </a:rPr>
              <a:t>Type a topic. Get a boardroom-ready presentation in 60 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00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Code / JetBrains Mono  →  Consolas (Windows fallback)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8229600" cy="54864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844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EA5E9"/>
                </a:solidFill>
                <a:latin typeface="Consolas"/>
              </a:rPr>
              <a:t>python generate.py "Your next meeting" --theme corporate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RULE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9FAFB"/>
                </a:solidFill>
                <a:latin typeface="Calibri"/>
              </a:rPr>
              <a:t>One idea
per slide.
Full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If you can remove it and the slide still works — remove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RULE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9FAFB"/>
                </a:solidFill>
                <a:latin typeface="Calibri"/>
              </a:rPr>
              <a:t>Align everything
to an invisible grid.
Then align it again.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37560"/>
            <a:ext cx="8229600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onsolas"/>
              </a:rPr>
              <a:t>Margins: 0.6"  ·  Max width: 8.8"  ·  Grid: never approximate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Misalignment transfers to credibility. The audience doesn't notice it consciously.
Their subconscious does.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RULE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FAFB"/>
                </a:solidFill>
                <a:latin typeface="Calibri"/>
              </a:rPr>
              <a:t>The accent is a </a:t>
            </a:r>
            <a:r>
              <a:rPr sz="4400" b="1">
                <a:solidFill>
                  <a:srgbClr val="0EA5E9"/>
                </a:solidFill>
                <a:latin typeface="Calibri"/>
              </a:rPr>
              <a:t>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8229600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786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FAFB"/>
                </a:solidFill>
                <a:latin typeface="Calibri"/>
              </a:rPr>
              <a:t>— One touch per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6265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9FAFB"/>
                </a:solidFill>
                <a:latin typeface="Calibri"/>
              </a:rPr>
              <a:t>— On exactly the right element.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46703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— When everything is highlighted — nothing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THREE LAYOUT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560320" cy="320040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  <a:latin typeface="Calibri"/>
              </a:rPr>
              <a:t>One sentence.
Nothing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25603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One sentence. — Nothing else.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914400"/>
            <a:ext cx="2560320" cy="320040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417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  <a:latin typeface="Calibri"/>
              </a:rPr>
              <a:t>One number.
Label below.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914400"/>
            <a:ext cx="25603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One number. — Label below.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2560320" cy="3200400"/>
          </a:xfrm>
          <a:prstGeom prst="rect">
            <a:avLst/>
          </a:prstGeom>
          <a:solidFill>
            <a:srgbClr val="11182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  <a:latin typeface="Calibri"/>
              </a:rPr>
              <a:t>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FAFB"/>
                </a:solidFill>
                <a:latin typeface="Calibri"/>
              </a:rPr>
              <a:t>Headline +
3–4 bullets.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914400"/>
            <a:ext cx="25603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Headline + — 3–4 bullets.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CHART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54864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68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Calibri"/>
              </a:rPr>
              <a:t>Two-bar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88719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Before vs. after. Label bars directly. No legend.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39"/>
            <a:ext cx="54864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45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Calibri"/>
              </a:rPr>
              <a:t>Single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Full slide. 80pt minimum. Unit in muted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79"/>
            <a:ext cx="54864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Calibri"/>
              </a:rPr>
              <a:t>Horizontal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Two to three points max. Dots and a line. No arrows.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54864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Calibri"/>
              </a:rPr>
              <a:t>Two-column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2044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No grid lines. Alternating row tint at 5% opacity.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69079"/>
            <a:ext cx="8229600" cy="228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EA5E9"/>
                </a:solidFill>
                <a:latin typeface="Consolas"/>
              </a:rPr>
              <a:t>Never: pie charts  ·  3D charts  ·  legends  ·  gridlines  ·  stacked bars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IMAGE STYLE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  <a:latin typeface="Calibri"/>
              </a:rPr>
              <a:t>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— Terminal screenshots — real, unretouched, cropped tight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81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— Code snippets — syntax-highlighted, 2–5 lines maximum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938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— Line-art diagrams — single color, max four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768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— Large numbers — treat $40,000 like Apple treats product renders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NEVER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344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— Stock photography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8191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— Abstract 'technology' imagery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2938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— Noun Project icons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7685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— Anything that could appear in a different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914400"/>
            <a:ext cx="22860" cy="2926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PRODUCTION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FAFB"/>
                </a:solidFill>
                <a:latin typeface="Calibri"/>
              </a:rPr>
              <a:t>Before any slide leaves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One idea per slide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18488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40%+ whitespace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02536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025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Accent color used once, on the right element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86584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865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All text left-aligned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706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No gradients, shadows, or more than two colors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234440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2344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Line length under 60 characters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618488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6184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All elements snapped to the 0.6" 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002536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00253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No stock imagery, icons, or SmartArt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386584"/>
            <a:ext cx="256032" cy="256032"/>
          </a:xfrm>
          <a:prstGeom prst="rect">
            <a:avLst/>
          </a:prstGeom>
          <a:solidFill>
            <a:srgbClr val="1F2937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38658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9FAFB"/>
                </a:solidFill>
                <a:latin typeface="Calibri"/>
              </a:rPr>
              <a:t>Chart: no legend, no gridlines, directly labeled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THE BRIEF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9FAFB"/>
                </a:solidFill>
                <a:latin typeface="Calibri"/>
              </a:rPr>
              <a:t>Dark. Inter.
One idea.
One accent touch.
Nothing that doesn't
earn its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60520"/>
            <a:ext cx="8229600" cy="228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If a slide breaks any of these rules, it goes 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